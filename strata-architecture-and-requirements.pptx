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3258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strata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6868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7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 → Apache Iceberg, the same code locally and on AWS.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3246120"/>
            <a:ext cx="109728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high-level requirements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9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delivery · idempotent commits · same code on laptop and in AWS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DB → ingest job → Iceberg catalog + warehouse → SQL → BI</a:t>
            </a:r>
            <a:endParaRPr lang="en-US" sz="1300" dirty="0"/>
          </a:p>
        </p:txBody>
      </p:sp>
      <p:pic>
        <p:nvPicPr>
          <p:cNvPr id="5" name="Image 0" descr="strata data flow: source DB to Iceberg lake to BI, with local and AWS substitu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234440"/>
            <a:ext cx="4572000" cy="38501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34440"/>
            <a:ext cx="3017520" cy="1097280"/>
          </a:xfrm>
          <a:prstGeom prst="rect">
            <a:avLst/>
          </a:prstGeom>
          <a:solidFill>
            <a:srgbClr val="F2EBDC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34440"/>
            <a:ext cx="54864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storage tiers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56362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DB · Iceberg (catalog + warehouse) · state. All three must stay in sync — seed.sh --wipe-state resets them atomically.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441448"/>
            <a:ext cx="3017520" cy="1097280"/>
          </a:xfrm>
          <a:prstGeom prst="rect">
            <a:avLst/>
          </a:prstGeom>
          <a:solidFill>
            <a:srgbClr val="F2EBDC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441448"/>
            <a:ext cx="54864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≠ warehouse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7706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answers "which tables exist?" Warehouse holds the Parquet bytes. Glue + S3 in prod; Postgres + local dir locally.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648456"/>
            <a:ext cx="3017520" cy="1097280"/>
          </a:xfrm>
          <a:prstGeom prst="rect">
            <a:avLst/>
          </a:prstGeom>
          <a:solidFill>
            <a:srgbClr val="F2EBDC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648456"/>
            <a:ext cx="54864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36941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different backends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3977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stack mirrors AWS 1:1. A Trino query you write locally runs verbatim in Athena.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· architecture &amp; high-level requirements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strata must 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34416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5506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relational sources (Postgres, Oracle, MySQL) via JDBC into Iceberg silver tables.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6300" y="128016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6300" y="128016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832604" y="1335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0660" y="134416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+ full-refresh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0660" y="165506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Watermark-bounded SELECT on last_updated_time for routine runs; --full-refresh mode for backfill.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2984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2984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2584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59384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orchestration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90474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tables driven from a single parameterised PySpark job — no per-table Python.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6300" y="252984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252984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32604" y="2584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80660" y="259384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80660" y="290474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Auto-handle additive columns and safe type widening. SchemaDriftError on breaking changes — operator decides.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7952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7952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" y="3834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84352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snapshot commits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15442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tagged with glue.run_id, glue.watermark_*. Retry with same run_id is an idempotent skip.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6300" y="377952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377952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32604" y="3834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80660" y="384352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YAML-driven extensibility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80660" y="415442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table = a tables.yaml edit + run-all.sh append. ddl_to_yaml.py drafts most of it.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· architecture &amp; high-level requirements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strata must guarantee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34416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+ idempotent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5506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from any failure point with no data loss and no duplicates. The linchpin invariant.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6300" y="128016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6300" y="128016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832604" y="1335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0660" y="134416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via snapshots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0660" y="165506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snapshots are authoritative for committed data; state is a cache. Conditional state updates only.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2984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2984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2584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59384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Serverless-first cost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90474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Glue, S3, DynamoDB on-demand, Athena. No always-on services. Per-customer footprint scales to zero.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6300" y="252984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252984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32604" y="2584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80660" y="259384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80660" y="290474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EVENT= logs, CloudWatch metrics, queryable snapshot history (run_id, row_count, bounds).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7952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7952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" y="3834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84352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Local↔prod parity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15442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src/strata/ code; only the catalog and storage backends differ. Docker mirrors AWS 1:1.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6300" y="3779520"/>
            <a:ext cx="4000500" cy="10850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3779520"/>
            <a:ext cx="54864" cy="10850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32604" y="3834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80660" y="3843528"/>
            <a:ext cx="331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+ security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80660" y="4154424"/>
            <a:ext cx="33147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Terraform stamp creates isolated S3, Glue, DynamoDB, IAM. Secrets in Secrets Manager.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· architecture &amp; high-level requirements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tiers — local ↔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in the diagram lives in a different service per environment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(Docker)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25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DB schema +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2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in Docker — data_mart.*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Aurora 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Iceberg catalog (table metadata)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2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tables public.iceberg_*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Glue Data 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Iceberg warehouse (Parquet + manifests)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2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local/data/warehouse/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s3://&lt;bucket&gt;/silver/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Watermark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2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at local/data/state/strata.db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 strata-state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Source-DB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2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local/secrets/db.local.json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Secrets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config (tables.yaml)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2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local/config/tables.local.yaml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s3://&lt;bucket&gt;/config/tables.yaml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2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/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2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QuickSight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(src/strata/) reads/writes both. The substitution happens at the runtime-glue layer — local_ingest.py vs ingest.py.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· architecture &amp; high-level requirements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strata — architecture &amp; requirements</dc:title>
  <dc:subject>PptxGenJS Presentation</dc:subject>
  <dc:creator>strata</dc:creator>
  <cp:lastModifiedBy>strata</cp:lastModifiedBy>
  <cp:revision>1</cp:revision>
  <dcterms:created xsi:type="dcterms:W3CDTF">2026-06-05T10:25:23Z</dcterms:created>
  <dcterms:modified xsi:type="dcterms:W3CDTF">2026-06-05T10:25:23Z</dcterms:modified>
</cp:coreProperties>
</file>